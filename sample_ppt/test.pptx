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3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altLang="ko-KR" sz="5000" b="1">
                <a:solidFill>
                  <a:srgbClr val="0066CC"/>
                </a:solidFill>
                <a:latin typeface="맑은 고딕"/>
              </a:defRPr>
            </a:pPr>
            <a:r>
              <a:t>색상 및 스타일 테스트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>
              <a:defRPr altLang="ko-KR" i="1">
                <a:solidFill>
                  <a:srgbClr val="FF5050"/>
                </a:solidFill>
                <a:latin typeface="궁서"/>
              </a:defRPr>
            </a:pPr>
            <a:r>
              <a:t>Italic and Colored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이미지 및 목록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첫 번째 불렛 포인트입니다.</a:t>
            </a:r>
          </a:p>
          <a:p>
            <a:pPr lvl="1">
              <a:defRPr b="1">
                <a:solidFill>
                  <a:srgbClr val="0000FF"/>
                </a:solidFill>
              </a:defRPr>
            </a:pPr>
            <a:r>
              <a:t>두 번째 문단은 볼드와 파란색입니다.</a:t>
            </a:r>
          </a:p>
        </p:txBody>
      </p:sp>
      <p:pic>
        <p:nvPicPr>
          <p:cNvPr id="4" name="Picture 3" descr="tes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3251200" cy="1828800"/>
          </a:xfrm>
          <a:prstGeom prst="rect">
            <a:avLst/>
          </a:prstGeom>
        </p:spPr>
      </p:pic>
      <p:sp>
        <p:nvSpPr>
          <p:cNvPr id="5" name="하트 4">
            <a:extLst>
              <a:ext uri="{FF2B5EF4-FFF2-40B4-BE49-F238E27FC236}">
                <a16:creationId xmlns:a16="http://schemas.microsoft.com/office/drawing/2014/main" id="{2CC8ED41-11F3-8201-25B0-0F3F642C9606}"/>
              </a:ext>
            </a:extLst>
          </p:cNvPr>
          <p:cNvSpPr/>
          <p:nvPr/>
        </p:nvSpPr>
        <p:spPr>
          <a:xfrm>
            <a:off x="4419600" y="4114800"/>
            <a:ext cx="1270000" cy="1270000"/>
          </a:xfrm>
          <a:prstGeom prst="hear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</Words>
  <Application>Microsoft Office PowerPoint</Application>
  <PresentationFormat>화면 슬라이드 쇼(4:3)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색상 및 스타일 테스트</vt:lpstr>
      <vt:lpstr>이미지 및 목록 추가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김지헌</cp:lastModifiedBy>
  <cp:revision>3</cp:revision>
  <dcterms:created xsi:type="dcterms:W3CDTF">2013-01-27T09:14:16Z</dcterms:created>
  <dcterms:modified xsi:type="dcterms:W3CDTF">2026-01-05T14:00:16Z</dcterms:modified>
  <cp:category/>
</cp:coreProperties>
</file>